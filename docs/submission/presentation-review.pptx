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d5df899e7a4a32" /><Relationship Type="http://schemas.openxmlformats.org/officeDocument/2006/relationships/extended-properties" Target="/docProps/app.xml" Id="R95274d7ad3bb4ca7" /><Relationship Type="http://schemas.openxmlformats.org/officeDocument/2006/relationships/officeDocument" Target="/ppt/presentation.xml" Id="Rdb1e293e50194a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e1e9b1e2054d47"/>
  </p:sldMasterIdLst>
  <p:notesMasterIdLst>
    <p:notesMasterId xmlns:r="http://schemas.openxmlformats.org/officeDocument/2006/relationships" r:id="Ra295af7affa442d9"/>
  </p:notesMasterIdLst>
  <p:sldIdLst>
    <p:sldId xmlns:r="http://schemas.openxmlformats.org/officeDocument/2006/relationships" id="256" r:id="R2a1098f587ef402b"/>
    <p:sldId xmlns:r="http://schemas.openxmlformats.org/officeDocument/2006/relationships" id="257" r:id="Rc46294254d574e2d"/>
    <p:sldId xmlns:r="http://schemas.openxmlformats.org/officeDocument/2006/relationships" id="258" r:id="R734efb55d7014062"/>
    <p:sldId xmlns:r="http://schemas.openxmlformats.org/officeDocument/2006/relationships" id="259" r:id="Rea1545bb85b242e8"/>
    <p:sldId xmlns:r="http://schemas.openxmlformats.org/officeDocument/2006/relationships" id="260" r:id="R8b07753117b64969"/>
    <p:sldId xmlns:r="http://schemas.openxmlformats.org/officeDocument/2006/relationships" id="261" r:id="Re75d2f344c084d04"/>
    <p:sldId xmlns:r="http://schemas.openxmlformats.org/officeDocument/2006/relationships" id="262" r:id="R7155ef31a2ab49be"/>
    <p:sldId xmlns:r="http://schemas.openxmlformats.org/officeDocument/2006/relationships" id="263" r:id="Rfdd83e3a260d4d1a"/>
    <p:sldId xmlns:r="http://schemas.openxmlformats.org/officeDocument/2006/relationships" id="264" r:id="R59877a48ea514d50"/>
    <p:sldId xmlns:r="http://schemas.openxmlformats.org/officeDocument/2006/relationships" id="265" r:id="Rbd6f9023a35442ac"/>
    <p:sldId xmlns:r="http://schemas.openxmlformats.org/officeDocument/2006/relationships" id="266" r:id="R9bef53008a0544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86ed9904e0455c" /><Relationship Type="http://schemas.openxmlformats.org/officeDocument/2006/relationships/slideMaster" Target="/ppt/slideMasters/slideMaster1.xml" Id="Rf2e1e9b1e2054d47" /><Relationship Type="http://schemas.openxmlformats.org/officeDocument/2006/relationships/notesMaster" Target="/ppt/notesMasters/notesMaster1.xml" Id="Ra295af7affa442d9" /><Relationship Type="http://schemas.openxmlformats.org/officeDocument/2006/relationships/presProps" Target="/ppt/presProps.xml" Id="R97359296d97d4fbd" /><Relationship Type="http://schemas.openxmlformats.org/officeDocument/2006/relationships/tableStyles" Target="/ppt/tableStyles.xml" Id="R6a102cd5ba514930" /><Relationship Type="http://schemas.openxmlformats.org/officeDocument/2006/relationships/slide" Target="/ppt/slides/slide1.xml" Id="R2a1098f587ef402b" /><Relationship Type="http://schemas.openxmlformats.org/officeDocument/2006/relationships/slide" Target="/ppt/slides/slide2.xml" Id="Rc46294254d574e2d" /><Relationship Type="http://schemas.openxmlformats.org/officeDocument/2006/relationships/slide" Target="/ppt/slides/slide3.xml" Id="R734efb55d7014062" /><Relationship Type="http://schemas.openxmlformats.org/officeDocument/2006/relationships/slide" Target="/ppt/slides/slide4.xml" Id="Rea1545bb85b242e8" /><Relationship Type="http://schemas.openxmlformats.org/officeDocument/2006/relationships/slide" Target="/ppt/slides/slide5.xml" Id="R8b07753117b64969" /><Relationship Type="http://schemas.openxmlformats.org/officeDocument/2006/relationships/slide" Target="/ppt/slides/slide6.xml" Id="Re75d2f344c084d04" /><Relationship Type="http://schemas.openxmlformats.org/officeDocument/2006/relationships/slide" Target="/ppt/slides/slide7.xml" Id="R7155ef31a2ab49be" /><Relationship Type="http://schemas.openxmlformats.org/officeDocument/2006/relationships/slide" Target="/ppt/slides/slide8.xml" Id="Rfdd83e3a260d4d1a" /><Relationship Type="http://schemas.openxmlformats.org/officeDocument/2006/relationships/slide" Target="/ppt/slides/slide9.xml" Id="R59877a48ea514d50" /><Relationship Type="http://schemas.openxmlformats.org/officeDocument/2006/relationships/slide" Target="/ppt/slides/slide10.xml" Id="Rbd6f9023a35442ac" /><Relationship Type="http://schemas.openxmlformats.org/officeDocument/2006/relationships/slide" Target="/ppt/slides/slide11.xml" Id="R9bef53008a0544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551306d13943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4b669cf9204703" /><Relationship Type="http://schemas.openxmlformats.org/officeDocument/2006/relationships/notesMaster" Target="/ppt/notesMasters/notesMaster1.xml" Id="R2aea3877156042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ed5f22f878477c" /><Relationship Type="http://schemas.openxmlformats.org/officeDocument/2006/relationships/notesMaster" Target="/ppt/notesMasters/notesMaster1.xml" Id="R1d1005c1330940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2bdc2b599d407e" /><Relationship Type="http://schemas.openxmlformats.org/officeDocument/2006/relationships/notesMaster" Target="/ppt/notesMasters/notesMaster1.xml" Id="R2bce195baf4240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f64df83ccf4d3e" /><Relationship Type="http://schemas.openxmlformats.org/officeDocument/2006/relationships/notesMaster" Target="/ppt/notesMasters/notesMaster1.xml" Id="R85c00b49c58443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1c603649314140" /><Relationship Type="http://schemas.openxmlformats.org/officeDocument/2006/relationships/notesMaster" Target="/ppt/notesMasters/notesMaster1.xml" Id="R8c54b0c35c1d4f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9dcafa9c544271" /><Relationship Type="http://schemas.openxmlformats.org/officeDocument/2006/relationships/notesMaster" Target="/ppt/notesMasters/notesMaster1.xml" Id="R8c0f04ada8044a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3d8473663945e8" /><Relationship Type="http://schemas.openxmlformats.org/officeDocument/2006/relationships/notesMaster" Target="/ppt/notesMasters/notesMaster1.xml" Id="R914b9b56e38740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42d81f89f6474e" /><Relationship Type="http://schemas.openxmlformats.org/officeDocument/2006/relationships/notesMaster" Target="/ppt/notesMasters/notesMaster1.xml" Id="Rff6d7cc413da46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40d7c18a9847a5" /><Relationship Type="http://schemas.openxmlformats.org/officeDocument/2006/relationships/notesMaster" Target="/ppt/notesMasters/notesMaster1.xml" Id="R321120fe752f47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e940add9b64e07" /><Relationship Type="http://schemas.openxmlformats.org/officeDocument/2006/relationships/notesMaster" Target="/ppt/notesMasters/notesMaster1.xml" Id="R5f206a7b195249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bdcbe1feac4f49" /><Relationship Type="http://schemas.openxmlformats.org/officeDocument/2006/relationships/notesMaster" Target="/ppt/notesMasters/notesMaster1.xml" Id="R3df40045744a4a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Версия для согласования команды. Перед сдачей вписать итоговый commit hash, публичный HTTPS-адрес и точные реквизиты команды. Источник требований: docs/brief/brief-ru.md, формат сдачи. Токены никогда не включать в публичную копию.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репозитория GooseKIller/Max-Hackaton. Точное конкурсное название команды нужно подтвердить перед сдачей.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Сегмент и причины неиспользования карты являются гипотезами. Мы не проводили интервью и не утверждаем, что доказали причинный эффект. Метод проверки: docs/research/validation.md. Официальные правила: https://www.culture.ru/pushkinskaya-karta (проверка правил в проекте 25.09.2026).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текущего локального интерфейса, 26.09.2026. Никакая персональная банковская информация не использовалась. UI не синхронизирует профиль бота и повторно спрашивает параметры. Source: frontend/src/App.tsx; backend/app/dialog.py.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реального ответа локального API на синтетическом каталоге. Поиск ограничен 30 кандидатами и не доказывает глобальный оптимум. Билеты покупаются отдельно у продавца после подключения проверенного каталога. Source: backend/app/plans.py; frontend/src/App.tsx.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Реализованы scheduler, retry, consent, opt-out и callback routes. Синтетическая проверка не считается реальной доставкой. После окончания 2026 отправка прекращается, правила следующего года требуют проверки. Source: backend/app/reminders.py; reminder_worker.py.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backend/app/main.py, delivery.py, planner_api.py, compose.yaml. Webhook закрыт по умолчанию и требует секрет. Приложение не получает банковский баланс. Нет оплаты и ML-модели в runtime.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Точные результаты тестов: docs/submission/verification.md. Моделирование пользователей и fixture-статистика не являются исследованием реальных пользователей. Ссылки на доказательства и ограничения: docs/research/validation.md.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план развития, не результат выполненного пилота. Нельзя свести масштабирование к замене строки города: необходимы доступ к источнику, проверка качества и операционный владелец. Source: docs/research/validation.md; docs/requirements.md.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Протокол готов, результаты не собраны. Чередовать порядок интерфейсов, использовать сопоставимые задачи, записывать исходные наблюдения и ограничения маленькой выборки. Source: docs/research/validation.md.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правил зафиксированы в config.py с датой проверки 25.09.2026. MAX docs проверены 26.09.2026: https://dev.max.ru/docs-api/methods/POST/subscriptions ; https://dev.max.ru/docs-api/use-cases/sending-messages/keyboard ; https://dev.max.ru/docs/webapps/introduction . Фото: data/venue_photos.json. Перед публичным пилотом проверить права на медиа и политику хранения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0849e183242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02d0a561164563" /><Relationship Type="http://schemas.openxmlformats.org/officeDocument/2006/relationships/slideLayout" Target="/ppt/slideLayouts/slideLayout1.xml" Id="R3ae0add25b564e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e0add25b564e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6d769fc484cda" /><Relationship Type="http://schemas.openxmlformats.org/officeDocument/2006/relationships/notesSlide" Target="/ppt/notesSlides/notesSlide1.xml" Id="Rda06bf41eff345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0bff560d04245" /><Relationship Type="http://schemas.openxmlformats.org/officeDocument/2006/relationships/notesSlide" Target="/ppt/notesSlides/notesSlide2.xml" Id="Rf66974fc05ee49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7e48e18de439e" /><Relationship Type="http://schemas.openxmlformats.org/officeDocument/2006/relationships/notesSlide" Target="/ppt/notesSlides/notesSlide3.xml" Id="R2f7ce1c2682446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70a14924549b4" /><Relationship Type="http://schemas.openxmlformats.org/officeDocument/2006/relationships/image" Target="/ppt/media/image.png" Id="Rc74db7e117524866" /><Relationship Type="http://schemas.openxmlformats.org/officeDocument/2006/relationships/notesSlide" Target="/ppt/notesSlides/notesSlide4.xml" Id="Rad4dd6cc457747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97d533c19411a" /><Relationship Type="http://schemas.openxmlformats.org/officeDocument/2006/relationships/image" Target="/ppt/media/image2.png" Id="R25b77383ba1d4bb7" /><Relationship Type="http://schemas.openxmlformats.org/officeDocument/2006/relationships/notesSlide" Target="/ppt/notesSlides/notesSlide5.xml" Id="R6a335f6b18074f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a6623253940c2" /><Relationship Type="http://schemas.openxmlformats.org/officeDocument/2006/relationships/notesSlide" Target="/ppt/notesSlides/notesSlide6.xml" Id="Rb67b2e503e5047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cd6678217472c" /><Relationship Type="http://schemas.openxmlformats.org/officeDocument/2006/relationships/notesSlide" Target="/ppt/notesSlides/notesSlide7.xml" Id="R89a5819e298340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00b4cf0214809" /><Relationship Type="http://schemas.openxmlformats.org/officeDocument/2006/relationships/notesSlide" Target="/ppt/notesSlides/notesSlide8.xml" Id="R5ec8c5ea303441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a8c56a5174ad4" /><Relationship Type="http://schemas.openxmlformats.org/officeDocument/2006/relationships/notesSlide" Target="/ppt/notesSlides/notesSlide9.xml" Id="R813e17053a7642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c9d8156924f7c" /><Relationship Type="http://schemas.openxmlformats.org/officeDocument/2006/relationships/notesSlide" Target="/ppt/notesSlides/notesSlide10.xml" Id="R52f8437f31674d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54919d5bc4e41" /><Relationship Type="http://schemas.openxmlformats.org/officeDocument/2006/relationships/notesSlide" Target="/ppt/notesSlides/notesSlide11.xml" Id="R88ee1c43c8ae4d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F1C1A-8040-4BC1-9AB9-2418DC5A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rPr>
              <a:t>Техническая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2CAE3-94A5-4042-9BFC-C7F07F01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Бот: max.ru/t179_hakaton_max_bot</a:t>
            </a:r>
          </a:p>
          <a:p xmlns:a="http://schemas.openxmlformats.org/drawingml/2006/main">
            <a:pPr>
              <a:defRPr sz="21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Исходники: github.com/GooseKIller/Max-Hackaton</a:t>
            </a:r>
          </a:p>
          <a:p xmlns:a="http://schemas.openxmlformats.org/drawingml/2006/main">
            <a:pPr>
              <a:defRPr sz="21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Локальный запуск: docker compose up --build</a:t>
            </a:r>
          </a:p>
          <a:p xmlns:a="http://schemas.openxmlformats.org/drawingml/2006/main">
            <a:pPr>
              <a:defRPr sz="21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Проверка: возраст 18, остаток 3000, три реакции, /plan</a:t>
            </a:r>
          </a:p>
          <a:p xmlns:a="http://schemas.openxmlformats.org/drawingml/2006/main">
            <a:pPr>
              <a:defRPr sz="21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HTTPS и регистрация мини-приложения ожидают размещения.</a:t>
            </a:r>
          </a:p>
          <a:p xmlns:a="http://schemas.openxmlformats.org/drawingml/2006/main">
            <a:pPr>
              <a:defRPr sz="21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API stateless, тестовые учётные записи не нужны. Секреты передаются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066567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E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323E8-88D6-4485-9D98-7E18CEE8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rPr>
              <a:t>Планы по</a:t>
            </a:r>
          </a:p>
          <a:p xmlns:a="http://schemas.openxmlformats.org/drawingml/2006/main">
            <a:pPr>
              <a:defRPr sz="540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rPr>
              <a:t>Пушкинской карте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9E824-48E1-42EC-ABD2-1B814C28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События в Казани под твой остаток</a:t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Бот и мини-приложение MAX</a:t>
            </a:r>
          </a:p>
        </p:txBody>
      </p:sp>
    </p:spTree>
    <p:extLst>
      <p:ext uri="{BB962C8B-B14F-4D97-AF65-F5344CB8AC3E}">
        <p14:creationId xmlns:p14="http://schemas.microsoft.com/office/powerpoint/2010/main" val="12221337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9B127-A77F-48C3-9F62-A3835341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rPr>
              <a:t>Для кого и какую задачу решаем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27EA8-5E4D-405F-8CFE-427EA5E0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Пилотный сегмент: держатели карты 15–18 лет в Казани.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Задача: выбрать подходящие события и уложиться в остаток, учитывая даты и отдельный лимит на кино.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Гипотеза: готовый план и добровольное напоминание помогают довести выбор до посещения.</a:t>
            </a:r>
          </a:p>
        </p:txBody>
      </p:sp>
    </p:spTree>
    <p:extLst>
      <p:ext uri="{BB962C8B-B14F-4D97-AF65-F5344CB8AC3E}">
        <p14:creationId xmlns:p14="http://schemas.microsoft.com/office/powerpoint/2010/main" val="848555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3FB84-A26C-4C90-821B-906011B0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rPr>
              <a:t>Короткий путь к подбору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C4585-850D-4AE2-B659-27517F37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572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В боте: возраст и остаток, затем карточки событий.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«Пойду» и «не моё» уточняют подбор по ходу просмотра.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В интерфейсе: точная сумма, интересы и удобное время. Настройки можно изменить.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db7e117524866"/>
          <a:stretch xmlns:a="http://schemas.openxmlformats.org/drawingml/2006/main"/>
        </p:blipFill>
        <p:spPr>
          <a:xfrm xmlns:a="http://schemas.openxmlformats.org/drawingml/2006/main">
            <a:off x="8334826" y="1428750"/>
            <a:ext cx="2332722" cy="504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034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B4B9B-A131-4866-88AC-55E091FE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rPr>
              <a:t>План из 2–3 событий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07EB2-BC1D-4438-8885-8C0CB3EE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572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Цена набора и остаток видны сразу.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Проверяем общий бюджет, кино-лимит и пересечение времени. Между событиями оставляем 45 минут.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Цена «от» требует проверки у продавца. Тестовые события купить нельзя.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77383ba1d4bb7"/>
          <a:stretch xmlns:a="http://schemas.openxmlformats.org/drawingml/2006/main"/>
        </p:blipFill>
        <p:spPr>
          <a:xfrm xmlns:a="http://schemas.openxmlformats.org/drawingml/2006/main">
            <a:off x="8334826" y="1428750"/>
            <a:ext cx="2332722" cy="504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1578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00693-28AD-4D72-8F24-F44935E8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rPr>
              <a:t>Напоминания по согласию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FBADB-908E-4CB4-BC28-B020586C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По умолчанию выключены. Включение и отказ доступны в настройках бота.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До трёх сообщений в декабре, с 10:00 до 21:00 по Москве. Указанный ранее остаток сопровождается датой.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Из сообщения можно обновить сумму или открыть подбор. Доставка в живом MAX ещё требует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6802923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451E9-83DA-4D2D-8698-A1F6B65E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rPr>
              <a:t>Как устроен продукт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9692F-958D-4FD7-B0C0-ABA7C249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MAX передаёт сообщения Python-сервису. Он ведёт диалог, ранжирует события и собирает планы.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React-интерфейс использует stateless API расчёта. SQLite хранит профиль бота и согласия на напоминания.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Один Docker-образ содержит UI и backend. Worker напоминаний запускается отдельно с общей базой.</a:t>
            </a:r>
          </a:p>
        </p:txBody>
      </p:sp>
    </p:spTree>
    <p:extLst>
      <p:ext uri="{BB962C8B-B14F-4D97-AF65-F5344CB8AC3E}">
        <p14:creationId xmlns:p14="http://schemas.microsoft.com/office/powerpoint/2010/main" val="16937880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55549-3D86-47EB-9897-712F871E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rPr>
              <a:t>Что проверили и что пока неизвестно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FA82D-D545-4757-81CA-341DFA38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Автотесты проверяют бюджеты, даты, повторную доставку, сохранение состояния и ошибки интерфейса.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Каталог синтетический. Фотографии площадок настоящие, доступность событий не подтверждена.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Влияние на покупки и посещения пока не измерено. Следующий шаг: пять наблюдаемых прохождений с пользователями.</a:t>
            </a:r>
          </a:p>
        </p:txBody>
      </p:sp>
    </p:spTree>
    <p:extLst>
      <p:ext uri="{BB962C8B-B14F-4D97-AF65-F5344CB8AC3E}">
        <p14:creationId xmlns:p14="http://schemas.microsoft.com/office/powerpoint/2010/main" val="18070276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4AAE7-F1E5-4ADA-9E5A-7E6C7F13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rPr>
              <a:t>Масштабирование по регионам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EF74F-A024-49CA-998A-AF538EED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Сохраняем ядро: диалог, ограничения бюджета, сборку планов и интерфейс.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Для нового города нужны проверенный каталог, местное время, актуальные цены и расписания, ответственный за обновление.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Порядок: пилот в Казани, разбор ошибок, второй город с тем же протоколом проверки. Затем решение о расширении.</a:t>
            </a:r>
          </a:p>
        </p:txBody>
      </p:sp>
    </p:spTree>
    <p:extLst>
      <p:ext uri="{BB962C8B-B14F-4D97-AF65-F5344CB8AC3E}">
        <p14:creationId xmlns:p14="http://schemas.microsoft.com/office/powerpoint/2010/main" val="6954747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82C23-18D3-4AEF-9BC8-4529138B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rPr>
              <a:t>Проверка пользовательской ценности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CC715-7397-4EAE-BF91-560D9EB1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Одинаковый каталог и бюджет для двух задач: самостоятельный выбор из списка и выбор готового плана.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Измеряем время, завершение задачи, ошибки в бюджете и желание посетить выбранное.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Переход по ссылке не считаем покупкой. Рост реальных трат проверяем только в последующем согласованном пилоте.</a:t>
            </a:r>
          </a:p>
        </p:txBody>
      </p:sp>
    </p:spTree>
    <p:extLst>
      <p:ext uri="{BB962C8B-B14F-4D97-AF65-F5344CB8AC3E}">
        <p14:creationId xmlns:p14="http://schemas.microsoft.com/office/powerpoint/2010/main" val="7553796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A15AC-7E2D-43A6-BA2D-CE6C012D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735A4"/>
                </a:solidFill>
                <a:latin typeface="Helvetica Neue"/>
                <a:ea typeface="Helvetica Neue"/>
                <a:cs typeface="Helvetica Neue"/>
              </a:rPr>
              <a:t>Источники и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9D759-C487-4EC7-858E-E91D13AF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Культура.РФ: правила программы и источники фотографий</a:t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culture.ru/pushkinskaya-karta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MAX: API, webhook, кнопки, подключение мини-приложения</a:t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dev.max.ru/docs-api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Задание, код, тесты и протокол исследования</a:t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github.com/GooseKIller/Max-Hackaton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52436"/>
                </a:solidFill>
                <a:latin typeface="Helvetica Neue"/>
                <a:ea typeface="Helvetica Neue"/>
                <a:cs typeface="Helvetica Neue"/>
              </a:rPr>
              <a:t>Для сдачи ещё нужны HTTPS, регистрация приложения и проверка на устройствах.</a:t>
            </a:r>
          </a:p>
        </p:txBody>
      </p:sp>
    </p:spTree>
    <p:extLst>
      <p:ext uri="{BB962C8B-B14F-4D97-AF65-F5344CB8AC3E}">
        <p14:creationId xmlns:p14="http://schemas.microsoft.com/office/powerpoint/2010/main" val="221148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2026-09-26T18:51:17.2740000Z</dcterms:created>
  <dcterms:modified xsi:type="dcterms:W3CDTF">2026-09-26T18:51:17.2740000Z</dcterms:modified>
</coreProperties>
</file>